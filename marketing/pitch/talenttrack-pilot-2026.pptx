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" d="100"/>
          <a:sy n="14" d="100"/>
        </p:scale>
        <p:origin x="98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8479-7A79-C88C-3849-3844623379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1E95AD-14E8-4F34-676D-A4B9BE03A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1A96D-A83E-0109-32FE-B67B33F4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85137-AB58-A143-171F-393ACF2D6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F4A26-D319-4F27-B29C-07A919E6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146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E9D2-4BFF-A29C-CCBD-AF3700D8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3A2E9-598F-6415-0C24-4E11EB464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5D681-786A-38D2-D8A5-B82F6497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3281-0EF4-3AAE-31BD-DC0895DD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95F9E-6F16-4399-E106-F43250162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14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67C4-B621-701B-5C27-D53C9F269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3579F-5082-23CF-B994-2E748805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6BB79-A9B8-7236-ED42-50FC8C66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3118A-D2D7-E146-5CC5-72672843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2A247-5A3C-D5AE-26E1-6D064A57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8833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4085-168F-2AF2-9AD6-C9758CAB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392C-1328-6046-0FD2-D3ED10AA5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93ABB-09FA-9556-AD1B-A9CA091A9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49EE4-A35B-E4D5-35FE-08A474C81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33223-6F8C-F431-CEEE-6F7CB81B9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D8B82-6DAE-E678-E3B6-03E8B113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08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AE0B8-5D60-F192-14B0-005D7E61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792B7-05E5-C155-CC1A-9702BEA55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0A0DB-CB78-9E35-D94E-1B477512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6BC66-8D08-C568-C13F-0B8FDBE17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B4A07-1C28-684C-6BE6-1CF29B7B4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A0E39-C221-F6FA-365C-91F7B6533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2329D6-70BD-C147-EA16-62BB7C15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88DC05-87C7-ACE5-E373-59CB0D89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0810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71F51-E86F-AD56-494C-D850F80C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A3644-E5A5-416C-62C3-6BD6E4030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2A60A9-CC57-8EE7-4C23-4D81F4FC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3343C1-157A-D80C-43A6-F5461DCA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090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56D435-E428-C235-1831-46EBF712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20E51-299A-E184-DAFD-6014D093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EFD77-6D7E-ECED-0DAF-AA483998D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310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6F17-DFB9-9425-6D63-0AF71D7CB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8B71-D35E-508E-2580-8E6D44A4F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4B477-56B2-94C4-5B50-A832C94F2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8E7FF-38B7-A045-9DF2-25B9E727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7F492-95C3-C750-7A90-D51C21DB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6794D-9DF1-4042-E26C-0A347AAEF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0556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E736-830B-630A-A3F6-9A090A3FF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0ED70-0CEB-787C-5026-409972EF5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937AA-1C7B-B621-6FAD-C7CACCFD2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E50EC-F4FF-CAE0-9A96-4F125DC3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2CEA2-DB36-A94E-98D5-5408C8C5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53EE6-1DCA-86D7-9646-A97D2E4F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30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D82A-7A59-95DA-58E8-D3046464A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581C9-7487-6809-1DE7-23DE3C810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82AAF-8201-E8B5-8C10-A1729151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7D34-8F5A-4937-3B7A-D5BE3417F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43CFB-6CDE-6E0B-0136-BA61BCF2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556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A7982-545A-132D-9240-4432A0ABD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679343-63CA-AE11-5A66-E8DB6BE9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D842D-A446-4D89-6F8C-962AF3DC6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41FF3-B275-F4AE-C2DC-4FEE072C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BE0F0-01D2-0BFB-2A21-221FCE04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616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AAD615-D0AF-36B9-F7A3-6B350F295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1E975-D24C-C951-1D58-46EFB57BE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23E6F-50BF-F4D9-63CB-C7DA800B6B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7DA7B-83AB-400C-8158-49D6B7751A72}" type="datetimeFigureOut">
              <a:rPr lang="nl-NL" smtClean="0"/>
              <a:t>22-6-2026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9DA46-F744-FC00-5AC8-16B2660F9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72357-019F-AFFE-9486-F06774C0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BA4CA-DDE8-4ABB-AF49-53351BF595CF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6491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4E6639-245C-82C4-EC91-33493155BF2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26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531FE4-104B-95E6-8ED1-2C47267E73F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E01F0-44A7-3FB9-AF51-F79AECCBD1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40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0B1BE5-4C1E-AD24-DB2A-582FBFAE0B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98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CBD025-BDAC-82BB-B8CA-7AF0D91197A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1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95CA1-F724-C48F-2DFE-F860F62480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1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A44514-7CAE-74D8-8445-3331EC927D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849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675E68-0DDA-9CC5-5F6F-470F604AC8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97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6DC185-713A-2694-5C15-401D5CDE9EE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274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ECEB6-67EE-1B90-CF83-4E00E422B44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86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A5A93A-7AAF-5F06-234D-F0B3F9DA167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759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B6DD5-EA5A-C6CC-4F29-FEAD3D86478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81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E020A-C7A8-9FD9-7F36-423F1D9E9EC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65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6D8BA7-1A2B-C246-8A0C-A8831A0BA4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35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B2EDF-86C7-F734-7850-E50F7C551BF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44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F2541F-CF5F-994F-BFA0-4FDE83C588D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4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Casper Nieuwenhuizen</dc:creator>
  <cp:lastModifiedBy>Casper Nieuwenhuizen</cp:lastModifiedBy>
  <cp:revision>1</cp:revision>
  <dcterms:created xsi:type="dcterms:W3CDTF">2026-06-22T19:10:03Z</dcterms:created>
  <dcterms:modified xsi:type="dcterms:W3CDTF">2026-06-22T19:10:03Z</dcterms:modified>
</cp:coreProperties>
</file>