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notesMaster" Target="notesMasters/notesMaster1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 sec. Toon vinger met cijfer 30. “Geen verkooppraatje, een werksessie. Drie dingen, in dertig minuten.”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 min. Vraag aan tafel: “herkennen jullie deze vier?” Laat ze knikken / aanvullen voor je verder gaat. Dit is rapport-bouwen, geen presentatie.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 min. Lees de zin hardop voor. Pauzeer. “Dat is alles. De rest van dit gesprek bewijst die zin met live software.”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 min. Wijs vier mensen aan tafel aan en koppel ze aan een rol: “Jullie zien straks vooral wat </a:t>
            </a:r>
            <a:r>
              <a:rPr i="1"/>
              <a:t>jouw</a:t>
            </a:r>
            <a:r>
              <a:rPr/>
              <a:t> coach / </a:t>
            </a:r>
            <a:r>
              <a:rPr i="1"/>
              <a:t>jouw</a:t>
            </a:r>
            <a:r>
              <a:rPr/>
              <a:t> HOO / </a:t>
            </a:r>
            <a:r>
              <a:rPr i="1"/>
              <a:t>jouw</a:t>
            </a:r>
            <a:r>
              <a:rPr/>
              <a:t> dochter ziet.” Maakt persoonlijk.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4 min. 1. Log in als HOO. Toon dashboard. 2. Wijs op het team-raster. Eén team uitklappen. 3. Spelers binnen team: één met rode status. Klik open. 4. Toon timeline van die speler — laatste maand activiteit. 5. Sluit met: “Eén scherm, zeven seconden, je weet wat je morgen moet aanpakken.”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5 min — kern van de pitch voor de coaches in de zaal. 1. Log in als trainer. Open een al geplande training (gestockte data). 2. Aanwezigheidsstap — toon dat het standaard “aanwezig” is, alleen afwezigen aanklikken. 3. Beoordelingsstap — Quick Rate (Technisch / Tactisch / Fysiek / Mentaal). 4. Open één diepe beoordeling — laat zien wat coaches met meer tijd doen. 5. Submit naar review. “Twaalf spelers, vier-en-een-halve minuut. Dit is wat de meeste coaches niet doen omdat het niet zo snel kan in Excel.”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4 min — closer voor de coach-die-ook-ouder-is. 1. Log in als speler. Toon eigen profiel + beoordelingsradar over een seizoen. 2. Open Mijn doelen. Klik één doel open — toon historie. 3. Switch naar ouder-account (zelfde speler). Wijs op identieke kaart. 4. Open menu — toon dat medisch/safeguarding niet zichtbaar is. 5. “Dit is wat ouders willen zien op zondagavond. Niet de uitslag. De ontwikkeling.”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4 min — voor de eigenaar/HOO. Lange-termijn-verhaal. 1. Open POP van een speler. 2. Toon drie leerdoelen: één behaald, één in uitvoering, één gepland. 3. Open het in-uitvoering-doel — toon bewijslast (laatste 3 evaluaties). 4. Open het Gesprek-tabblad — toon coach + speler-input. 5. Sluit met de killer-zin: “Dit is wat overblijft als de coach na drie seizoenen vertrekt. De institutionele kennis blijft bij de academie, niet bij die ene persoon.”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 min. Belangrijke slide. “Ik kan jullie laten zien wat klanten al gebruiken. Wat in de gele kolom staat, werkt — maar mag nog wat afwerking krijgen, en dat hoort niet in een pilot. Wat in blauw staat komt eraan, beloof ik niet voor de pilot.”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Daarmee impliciet: jullie pilot draait op de groene kolom. Als jullie over een jaar nog gebruiker zijn, krijgen jullie de gele en blauwe erbij.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3-4 min. Toon de slide rustig, lees niet voor. Geef ruimte voor vragen.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Reken even hardop: “Voor een academie van pakweg 200 spelers betekent dat in de pilot € 562,50 voor het hele seizoen — dus zo’n € 47 per maand. Daarna € 1.125 per jaar, ongeacht of jullie groeien naar 300 of 500 spelers.”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Eindig met: “Wat zijn de eerste dingen die jullie tegenhouden om ja te zeggen?” Dat opent de SWOT-discussie zonder dat je het woord SWOT hoeft te noemen.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Laatste 5-7 minuten. NIET praten — luisteren. Schrijf alles op, ook wat slecht klinkt. Dit is letterlijk wat je hier voor komt.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Mocht het stil blijven: stel zelf één van de vier vragen om te starten. Begin met “Sterke kanten” — makkelijkste om te beantwoorden, breekt het ijs.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TalentTrack — pilotgesprek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Casper Nieuwenhuizen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maandag, mei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TalentTrack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Spelersontwikkeling als rode draad door je seizoen.</a:t>
            </a:r>
          </a:p>
          <a:p>
            <a:pPr lvl="0" indent="0" marL="0">
              <a:buNone/>
            </a:pPr>
            <a:r>
              <a:rPr/>
              <a:t>Pilot-gesprek — JG4IT Maandag, mei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Wat ik vandaag wil</a:t>
            </a:r>
          </a:p>
          <a:p>
            <a:pPr lvl="0"/>
            <a:r>
              <a:rPr/>
              <a:t>Jullie krijgen </a:t>
            </a:r>
            <a:r>
              <a:rPr b="1"/>
              <a:t>TalentTrack live te zien</a:t>
            </a:r>
            <a:r>
              <a:rPr/>
              <a:t> — niet de marketingversie, de versie waar coaches mee werken.</a:t>
            </a:r>
          </a:p>
          <a:p>
            <a:pPr lvl="0"/>
            <a:r>
              <a:rPr/>
              <a:t>We bekijken samen of een </a:t>
            </a:r>
            <a:r>
              <a:rPr b="1"/>
              <a:t>pilot voor seizoen 2026/27</a:t>
            </a:r>
            <a:r>
              <a:rPr/>
              <a:t> past bij jullie academie.</a:t>
            </a:r>
          </a:p>
          <a:p>
            <a:pPr lvl="0"/>
            <a:r>
              <a:rPr/>
              <a:t>Jullie input op </a:t>
            </a:r>
            <a:r>
              <a:rPr b="1"/>
              <a:t>sterke en zwakke kanten</a:t>
            </a:r>
            <a:r>
              <a:rPr/>
              <a:t> is voor mij goud waard — daar nemen we ruim tijd voor aan het einde.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Vier dingen die elke academie herkent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📊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Excel-bestanden</a:t>
                      </a:r>
                      <a:r>
                        <a:rPr/>
                        <a:t> die niemand meer durft aan te passen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WhatsApp-groepen</a:t>
                      </a:r>
                      <a:r>
                        <a:rPr/>
                        <a:t> waar de waardevolle observaties tussen de meme’s verdwijnen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🚪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Kennis vertrekt</a:t>
                      </a:r>
                      <a:r>
                        <a:rPr/>
                        <a:t> met de coach aan het einde van het seizoen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👨‍👩‍👧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Ouders</a:t>
                      </a:r>
                      <a:r>
                        <a:rPr/>
                        <a:t> die “systematische opleiding” betalen en alleen de uitslag van zaterdag zien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De content is er. De structuur ontbreekt.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TalentTrack in één zin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Eén centrale plek waar elke coach, elke speler en elke ouder hetzelfde, actuele beeld van de spelersontwikkeling delen.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WordPress-plugin · in eigen beheer · gebouwd voor jeugdacademies van 8 tot 80 teams · open source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Vijf rollen, vijf perspectieven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Wat zien zij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Hoofd Opleidingen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Alle teams en spelers · signaleert waar aandacht nodig 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Eigen team · plant trainingen · beoordeelt na afloop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Proeftrainingen · scoutrapporten · terugkoppeling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Speler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Eigen profiel · eigen doelen · eigen voortgang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Ouder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Wat hun kind doet · hoe het ervoor staat · privé-veilig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De volgende 20 minuten lopen we deze rollen door — </a:t>
            </a:r>
            <a:r>
              <a:rPr sz="2000" b="1"/>
              <a:t>live</a:t>
            </a:r>
            <a:r>
              <a:rPr sz="2000"/>
              <a:t>, op deze laptop.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 · Hoofd Opleidingen</a:t>
            </a:r>
          </a:p>
          <a:p>
            <a:pPr lvl="0" indent="0" marL="0">
              <a:buNone/>
            </a:pPr>
            <a:r>
              <a:rPr b="1"/>
              <a:t>4 minuten · jouw helikopterview</a:t>
            </a:r>
          </a:p>
          <a:p>
            <a:pPr lvl="0"/>
            <a:r>
              <a:rPr/>
              <a:t>Het hoofdscherm — alle teams in één raster</a:t>
            </a:r>
          </a:p>
          <a:p>
            <a:pPr lvl="0"/>
            <a:r>
              <a:rPr/>
              <a:t>Per team: gemiddelde beoordeling + opkomstpercentage</a:t>
            </a:r>
          </a:p>
          <a:p>
            <a:pPr lvl="0"/>
            <a:r>
              <a:rPr/>
              <a:t>Rode/oranje/groene statussen: welke spelers vragen aandacht</a:t>
            </a:r>
          </a:p>
          <a:p>
            <a:pPr lvl="0"/>
            <a:r>
              <a:rPr/>
              <a:t>Komende trainingen en wedstrijden over alle teams heen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 · De coach langs de lijn</a:t>
            </a:r>
          </a:p>
          <a:p>
            <a:pPr lvl="0" indent="0" marL="0">
              <a:buNone/>
            </a:pPr>
            <a:r>
              <a:rPr b="1"/>
              <a:t>5 minuten · jouw dagelijkse werk</a:t>
            </a:r>
          </a:p>
          <a:p>
            <a:pPr lvl="0"/>
            <a:r>
              <a:rPr b="1"/>
              <a:t>Vooraf</a:t>
            </a:r>
            <a:r>
              <a:rPr/>
              <a:t>: een training plannen — locatie, tijd, soort</a:t>
            </a:r>
          </a:p>
          <a:p>
            <a:pPr lvl="0"/>
            <a:r>
              <a:rPr b="1"/>
              <a:t>Tijdens</a:t>
            </a:r>
            <a:r>
              <a:rPr/>
              <a:t>: aanwezigheid registreren met twee tikken per speler</a:t>
            </a:r>
          </a:p>
          <a:p>
            <a:pPr lvl="0"/>
            <a:r>
              <a:rPr b="1"/>
              <a:t>Na afloop</a:t>
            </a:r>
            <a:r>
              <a:rPr/>
              <a:t>: 12 spelers beoordelen in </a:t>
            </a:r>
            <a:r>
              <a:rPr b="1"/>
              <a:t>onder de vijf minuten</a:t>
            </a:r>
          </a:p>
          <a:p>
            <a:pPr lvl="0"/>
            <a:r>
              <a:rPr/>
              <a:t>Snelle beoordeling als de bus klaar staat — dieper als je tijd hebt</a:t>
            </a:r>
          </a:p>
          <a:p>
            <a:pPr lvl="0"/>
            <a:r>
              <a:rPr/>
              <a:t>Optioneel: een notitie of foto per speler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 · Wat zien speler en ouder</a:t>
            </a:r>
          </a:p>
          <a:p>
            <a:pPr lvl="0" indent="0" marL="0">
              <a:buNone/>
            </a:pPr>
            <a:r>
              <a:rPr b="1"/>
              <a:t>4 minuten · de andere kant van het scherm</a:t>
            </a:r>
          </a:p>
          <a:p>
            <a:pPr lvl="0"/>
            <a:r>
              <a:rPr b="1"/>
              <a:t>Speler</a:t>
            </a:r>
            <a:r>
              <a:rPr/>
              <a:t> opent eigen profiel: kaart, doelen, beoordelingen door de tijd heen</a:t>
            </a:r>
          </a:p>
          <a:p>
            <a:pPr lvl="0"/>
            <a:r>
              <a:rPr b="1"/>
              <a:t>Tijdlijn</a:t>
            </a:r>
            <a:r>
              <a:rPr/>
              <a:t>: wat is er gebeurd, wat staat er aan te komen</a:t>
            </a:r>
          </a:p>
          <a:p>
            <a:pPr lvl="0"/>
            <a:r>
              <a:rPr b="1"/>
              <a:t>Ouder</a:t>
            </a:r>
            <a:r>
              <a:rPr/>
              <a:t> ziet hetzelfde verhaal — net iets gefilterd</a:t>
            </a:r>
          </a:p>
          <a:p>
            <a:pPr lvl="0"/>
            <a:r>
              <a:rPr b="1"/>
              <a:t>Privacy door ontwerp</a:t>
            </a:r>
            <a:r>
              <a:rPr/>
              <a:t>: medische en safeguarding-aantekeningen blijven binnen de mensen die ze hoort te zien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 · POP — de rode draad door het seizoen</a:t>
            </a:r>
          </a:p>
          <a:p>
            <a:pPr lvl="0" indent="0" marL="0">
              <a:buNone/>
            </a:pPr>
            <a:r>
              <a:rPr b="1"/>
              <a:t>4 minuten · waarom dit anders is dan beoordelen op zich</a:t>
            </a:r>
          </a:p>
          <a:p>
            <a:pPr lvl="0"/>
            <a:r>
              <a:rPr b="1"/>
              <a:t>Persoonlijk OntwikkelPlan</a:t>
            </a:r>
            <a:r>
              <a:rPr/>
              <a:t> per speler</a:t>
            </a:r>
          </a:p>
          <a:p>
            <a:pPr lvl="0"/>
            <a:r>
              <a:rPr b="1"/>
              <a:t>Leerdoelen</a:t>
            </a:r>
            <a:r>
              <a:rPr/>
              <a:t> die mee-ademen met de seizoenshelft</a:t>
            </a:r>
          </a:p>
          <a:p>
            <a:pPr lvl="0"/>
            <a:r>
              <a:rPr b="1"/>
              <a:t>Gespreksverslagen</a:t>
            </a:r>
            <a:r>
              <a:rPr/>
              <a:t> die niet meer in een notitieblok van een vertrokken trainer liggen</a:t>
            </a:r>
          </a:p>
          <a:p>
            <a:pPr lvl="0"/>
            <a:r>
              <a:rPr b="1"/>
              <a:t>Bewijslast</a:t>
            </a:r>
            <a:r>
              <a:rPr/>
              <a:t> — beoordelingen, opmerkingen, foto’s — gekoppeld aan elk doel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Eerlijk verhaal: wat staat er, wat is nieuw, wat komt nog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🟢 Stevig en in gebruik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 Net nieuw — werkt, krijgt nog polish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🔵 Op de planning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Spelers, teams, mensen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Nieuwe-evaluatie-wizard (sinds maart)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Communicatiemodule — push + e-mail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Trainingen, aanwezigheid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Eigen huisstijl via visuele editor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Exportmodule — PDF + Excel + 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Beoordelingen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Spond-koppeling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Engels / Frans / Duits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Doelen + POP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Persona-dashboards per 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Foto-naar-trainingsplan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HOO-dashboard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Speler- en ouderportaal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 + rol-gebaseerde toegang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Wat ik vandaag laat zien is uit de groene kolom.</a:t>
            </a:r>
            <a:r>
              <a:rPr sz="2000"/>
              <a:t> Geen luchtkastelen.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Het voorstel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 pilot — seizoen 2026/27</a:t>
            </a:r>
          </a:p>
          <a:p>
            <a:pPr lvl="0"/>
            <a:r>
              <a:rPr b="1"/>
              <a:t>Volledig seizoen</a:t>
            </a:r>
            <a:r>
              <a:rPr/>
              <a:t> — augustus 2026 tot juni 2027</a:t>
            </a:r>
          </a:p>
          <a:p>
            <a:pPr lvl="0"/>
            <a:r>
              <a:rPr b="1"/>
              <a:t>Volledige functionaliteit</a:t>
            </a:r>
            <a:r>
              <a:rPr/>
              <a:t> — alles wat je vandaag hebt gezien, voor alle spelers</a:t>
            </a:r>
          </a:p>
          <a:p>
            <a:pPr lvl="0"/>
            <a:r>
              <a:rPr b="1"/>
              <a:t>Eigen WordPress-installatie</a:t>
            </a:r>
            <a:r>
              <a:rPr/>
              <a:t>, door mij opgezet</a:t>
            </a:r>
          </a:p>
          <a:p>
            <a:pPr lvl="0"/>
            <a:r>
              <a:rPr b="1"/>
              <a:t>Halve prijs</a:t>
            </a:r>
            <a:r>
              <a:rPr/>
              <a:t> voor de eerste 75 spelers · </a:t>
            </a:r>
            <a:r>
              <a:rPr b="1"/>
              <a:t>gratis</a:t>
            </a:r>
            <a:r>
              <a:rPr/>
              <a:t> voor elke speler daarboven</a:t>
            </a:r>
          </a:p>
          <a:p>
            <a:pPr lvl="0"/>
            <a:r>
              <a:rPr b="1"/>
              <a:t>Tweewekelijks contactmoment</a:t>
            </a:r>
            <a:r>
              <a:rPr/>
              <a:t> in de eerste twee maanden, daarna maandelijks</a:t>
            </a:r>
          </a:p>
          <a:p>
            <a:pPr lvl="0" indent="0" marL="1270000">
              <a:buNone/>
            </a:pPr>
            <a:r>
              <a:rPr sz="2000" b="1"/>
              <a:t>Wat het normaal kost</a:t>
            </a:r>
            <a:r>
              <a:rPr sz="2000"/>
              <a:t>: € 15 per speler per jaar tot 75 spelers · alles erboven gratis. </a:t>
            </a:r>
            <a:r>
              <a:rPr sz="2000" b="1"/>
              <a:t>Wat de pilot kost</a:t>
            </a:r>
            <a:r>
              <a:rPr sz="2000"/>
              <a:t>: € 7,50 per speler tot 75 · daarboven gratis.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Wat ik van JG4IT vraag</a:t>
            </a:r>
          </a:p>
          <a:p>
            <a:pPr lvl="0" indent="-342900" marL="342900">
              <a:buAutoNum type="arabicPeriod"/>
            </a:pPr>
            <a:r>
              <a:rPr b="1"/>
              <a:t>Eén SWOT</a:t>
            </a:r>
            <a:r>
              <a:rPr/>
              <a:t> na vier weken — eerlijk, niet vleiend</a:t>
            </a:r>
          </a:p>
          <a:p>
            <a:pPr lvl="0" indent="-342900" marL="342900">
              <a:buAutoNum type="arabicPeriod"/>
            </a:pPr>
            <a:r>
              <a:rPr b="1"/>
              <a:t>Eén korte testimonial</a:t>
            </a:r>
            <a:r>
              <a:rPr/>
              <a:t> — alleen als jullie tevreden zijn</a:t>
            </a:r>
          </a:p>
          <a:p>
            <a:pPr lvl="0" indent="-342900" marL="342900">
              <a:buAutoNum type="arabicPeriod"/>
            </a:pPr>
            <a:r>
              <a:rPr/>
              <a:t>Bereidheid om mij </a:t>
            </a:r>
            <a:r>
              <a:rPr b="1"/>
              <a:t>te bellen als iets niet klopt</a:t>
            </a:r>
            <a:r>
              <a:rPr/>
              <a:t>, in plaats van het stilletjes weg te leggen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Volgende stap</a:t>
            </a:r>
          </a:p>
          <a:p>
            <a:pPr lvl="0"/>
            <a:r>
              <a:rPr b="1"/>
              <a:t>Vóór vrijdag</a:t>
            </a:r>
            <a:r>
              <a:rPr/>
              <a:t>: ja/nee op de pilot</a:t>
            </a:r>
          </a:p>
          <a:p>
            <a:pPr lvl="0"/>
            <a:r>
              <a:rPr b="1"/>
              <a:t>Bij ja</a:t>
            </a:r>
            <a:r>
              <a:rPr/>
              <a:t>: installatieafspraak (1 uur, bij jullie of op afstand) en intake met coaches (1 uur, op een training)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Vragen, eerste indrukken, twijfels</a:t>
            </a:r>
          </a:p>
          <a:p>
            <a:pPr lvl="0" indent="0" marL="0">
              <a:buNone/>
            </a:pPr>
            <a:r>
              <a:rPr b="1"/>
              <a:t>Jouw beurt.</a:t>
            </a:r>
          </a:p>
          <a:p>
            <a:pPr lvl="0" indent="0" marL="1270000">
              <a:buNone/>
            </a:pPr>
            <a:r>
              <a:rPr sz="2000"/>
              <a:t>Sterke kanten: wat zou voor jullie meteen waarde toevoegen?</a:t>
            </a:r>
          </a:p>
          <a:p>
            <a:pPr lvl="0" indent="0" marL="1270000">
              <a:buNone/>
            </a:pPr>
            <a:r>
              <a:rPr sz="2000"/>
              <a:t>Zwakke kanten: wat zou jullie tegenhouden om dit aan een collega aan te bevelen?</a:t>
            </a:r>
          </a:p>
          <a:p>
            <a:pPr lvl="0" indent="0" marL="1270000">
              <a:buNone/>
            </a:pPr>
            <a:r>
              <a:rPr sz="2000"/>
              <a:t>Kansen: wat ontbreekt er nu in jullie aanpak waar TalentTrack iets aan zou kunnen doen?</a:t>
            </a:r>
          </a:p>
          <a:p>
            <a:pPr lvl="0" indent="0" marL="1270000">
              <a:buNone/>
            </a:pPr>
            <a:r>
              <a:rPr sz="2000"/>
              <a:t>Bedreigingen: welke risico’s zien jullie als jullie hierop overstappen?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TalentTrack — pilotgesprek</dc:title>
  <dc:creator>Casper Nieuwenhuizen</dc:creator>
  <cp:keywords/>
  <dcterms:created xsi:type="dcterms:W3CDTF">2026-05-03T17:45:20Z</dcterms:created>
  <dcterms:modified xsi:type="dcterms:W3CDTF">2026-05-03T17:45:20Z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date">
    <vt:lpwstr>maandag, mei 2026</vt:lpwstr>
  </property>
</Properties>
</file>